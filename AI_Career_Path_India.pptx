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048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24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39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92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1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4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6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00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09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95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14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1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AI &amp; Data Science Career Path (India)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Entry-Level to Advanced Roles with Salary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Entry-Level Roles (0–2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 AI Developer (Junior):  ₹6 – 10 LPA</a:t>
            </a:r>
          </a:p>
          <a:p>
            <a:r>
              <a:t>• Machine Learning Engineer (Associate):  ₹6 – 12 LPA</a:t>
            </a:r>
          </a:p>
          <a:p>
            <a:r>
              <a:t>• Data Scientist (Junior):  ₹5 – 10 LPA</a:t>
            </a:r>
          </a:p>
          <a:p>
            <a:r>
              <a:t>• NLP Engineer (Trainee):  ₹6 – 12 LPA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Mid-Level Roles (2–5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Applied AI Engineer:  ₹10 – 20 LPA</a:t>
            </a:r>
          </a:p>
          <a:p>
            <a:r>
              <a:t>• Deep Learning Engineer:  ₹12 – 25 LPA</a:t>
            </a:r>
          </a:p>
          <a:p>
            <a:r>
              <a:t>• Data Science Engineer:  ₹12 – 20 LPA</a:t>
            </a:r>
          </a:p>
          <a:p>
            <a:r>
              <a:t>• AI Research Engineer:  ₹15 – 25 LPA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Senior-Level Roles (5–8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Senior Data Scientist:  ₹20 – 35 LPA</a:t>
            </a:r>
          </a:p>
          <a:p>
            <a:r>
              <a:t>• Senior ML Engineer:  ₹20 – 35 LPA</a:t>
            </a:r>
          </a:p>
          <a:p>
            <a:r>
              <a:t>• NLP Engineer (Advanced):  ₹22 – 40 LPA</a:t>
            </a:r>
          </a:p>
          <a:p>
            <a:r>
              <a:t>• AI Research Engineer (Senior):  ₹25 – 40 LPA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Expert / Leadership Roles (8+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Architect:  ₹35 – 60+ LPA</a:t>
            </a:r>
          </a:p>
          <a:p>
            <a:r>
              <a:t>• Research Scientist - Data:  ₹40 – 70+ LPA</a:t>
            </a:r>
          </a:p>
          <a:p>
            <a:r>
              <a:t>• Head of AI / Gen AI Lead:  ₹50 – 100+ LPA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Progression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Learn Python, Statistics, ML basics → Entry roles</a:t>
            </a:r>
          </a:p>
          <a:p>
            <a:r>
              <a:t>2. Work with real-world datasets, apply DL/NLP → Mid-level</a:t>
            </a:r>
          </a:p>
          <a:p>
            <a:r>
              <a:t>3. Master MLOps, system design → Senior roles</a:t>
            </a:r>
          </a:p>
          <a:p>
            <a:r>
              <a:t>4. Research &amp; architect AI systems → Leadership roles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Skills to Build for Advancement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Entry: Python, Pandas, </a:t>
            </a:r>
            <a:r>
              <a:rPr dirty="0" err="1"/>
              <a:t>Numpy</a:t>
            </a:r>
            <a:r>
              <a:rPr dirty="0"/>
              <a:t>, Scikit-learn</a:t>
            </a:r>
          </a:p>
          <a:p>
            <a:r>
              <a:rPr dirty="0"/>
              <a:t>• Mid: TensorFlow, </a:t>
            </a:r>
            <a:r>
              <a:rPr dirty="0" err="1"/>
              <a:t>PyTorch</a:t>
            </a:r>
            <a:r>
              <a:rPr dirty="0"/>
              <a:t>, NLP</a:t>
            </a:r>
          </a:p>
          <a:p>
            <a:r>
              <a:rPr dirty="0"/>
              <a:t>• Senior: </a:t>
            </a:r>
            <a:r>
              <a:rPr dirty="0" err="1"/>
              <a:t>MLOps</a:t>
            </a:r>
            <a:r>
              <a:rPr dirty="0"/>
              <a:t>, Docker, Kubernetes</a:t>
            </a:r>
          </a:p>
          <a:p>
            <a:r>
              <a:rPr dirty="0"/>
              <a:t>• Leadership: Research, Ethics, AI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299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AI &amp; Data Science Career Path (India)</vt:lpstr>
      <vt:lpstr>Entry-Level Roles (0–2 Years)</vt:lpstr>
      <vt:lpstr>Mid-Level Roles (2–5 Years)</vt:lpstr>
      <vt:lpstr>Senior-Level Roles (5–8 Years)</vt:lpstr>
      <vt:lpstr>Expert / Leadership Roles (8+ Years)</vt:lpstr>
      <vt:lpstr>Career Progression Overview</vt:lpstr>
      <vt:lpstr>Key Skills to Build for Advancement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Praveena S</cp:lastModifiedBy>
  <cp:revision>3</cp:revision>
  <dcterms:created xsi:type="dcterms:W3CDTF">2013-01-27T09:14:16Z</dcterms:created>
  <dcterms:modified xsi:type="dcterms:W3CDTF">2026-01-25T06:56:30Z</dcterms:modified>
  <cp:category/>
</cp:coreProperties>
</file>